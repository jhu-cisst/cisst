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E939-20C3-3F32-3857-56B6A20A5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65FFF-96B2-B25C-B30C-4EC9B7046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B935A-47F3-D249-FABB-127F5FA8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A374-C0B6-DE87-3905-F452BAC0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82BBB-5FD5-7876-6241-C810067E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05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FC04-D772-487F-428B-057053CE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EABB3-21FD-491C-11D9-2C3D26AE8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6A08E-E88A-69D4-2FF9-87BFD980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58002-17AB-2C84-A169-4C78554D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2A4F0-3019-4D51-85F6-3E00BE72F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4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27A9-076B-01AA-6EE6-B3A920D5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AB312-00FC-2777-8820-C690B239F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8814F-63B2-B7D5-3521-E2527533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F7B39-5FA2-89F1-3514-82DBACB5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C5000-2F48-C212-B185-91047DE2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8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C2E5-4A74-7EB9-4F67-E21D1F84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84004-0ECD-7312-8FCB-09FD6B587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B025D-5B84-A8D7-6B2F-5F3EFB716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C5CC6-1756-76D8-5987-7F84EA97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9B9C7-A8AC-6D56-2305-FFF271D9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EBF13-80DF-3E43-C65A-B123148C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1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8BCB-385F-513F-6F3A-F197DF03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6F128-D4DA-EF79-C87A-1B8A409D7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58695-51BE-6EBC-1B67-D6C8EF8C7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5DE30-45B1-A601-2BC6-F49B2F16E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B030A-23CD-D601-181D-F889BF182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BF3AC1-45A9-4DF4-1FC6-5944473D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48212-B937-8C87-3DC3-EF06C6FE7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6AFF28-2073-A62D-8388-2CD83163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8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7E89-998B-CEF1-3E45-4E9D6D19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CE3063-4733-6CDC-A26A-266D1FEC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C6C25-6D63-A02C-0425-823E018D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F66A7-161A-E738-1B66-7506A98A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5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2C997-A8A9-C866-EE3E-8D9A31D5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7E9D5-7BD9-A62F-48F4-3E49ED52A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CA05E-20B8-BB49-CFE6-DA959CDD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8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0A6E-D048-9453-441F-01E5DA6CB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B5B95-0EF1-D649-F388-1190A2641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E29F5-74DF-7300-01C5-E6BE4CA90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AFB30-75F9-4BEF-64F3-6F5E550C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207AF-E790-1AE0-E07F-F930D4BE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931C8-A15F-F3E3-DB78-9C606DEF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63B2-7AC0-16F4-82CB-D0D5E37CE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ABC24-FB23-5AD9-314F-EE03C6E75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13091-0E5B-7526-8B31-E2164CCD2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279B7-8E9E-F57E-61B2-93C5F0C3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59832-61C1-CD7A-0A90-A5951C6CE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63E28-0CA4-532A-2E42-3F923CEE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69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5915-0B85-6B3D-3812-56C01061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788D8-77EE-74D1-1F63-28F3D339F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91CFA-8372-294E-A468-29D89DB1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49A41-4F57-E84B-7C76-813464B9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B60A9-5E1D-E967-E1D4-71514045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4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A12F1C-FBE0-BCE1-197C-D18099D27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2D033-5E03-CB90-FBF0-063010AD9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07951-88E0-E308-FD81-175563147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26E49-846F-9768-68B0-4DF69B1A2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F3D1E-D0CC-727D-5849-657A5B5C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29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A25BEB-EA01-ADED-6D76-3AA364348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A0E6B-BF05-85FC-34A2-5C2523CE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86894-3C62-71F0-EACA-5A4BA8C9B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1B8F4-F78A-4F9C-868F-65AE236911C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87897-AC94-83A1-D3F8-39943FFAB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6C1E8-3931-4A10-5332-F64F5A128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A9689-0A8C-4F52-81C6-503A1E1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2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0AD63D-8546-56D9-BD40-6C11E1C72BEB}"/>
              </a:ext>
            </a:extLst>
          </p:cNvPr>
          <p:cNvSpPr/>
          <p:nvPr/>
        </p:nvSpPr>
        <p:spPr>
          <a:xfrm>
            <a:off x="5027285" y="1657978"/>
            <a:ext cx="2250831" cy="140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Manager Component</a:t>
            </a:r>
          </a:p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“MCS”</a:t>
            </a:r>
          </a:p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mtsManagerComponent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mtsTaskFromSignal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446324-3756-9DD5-BCB8-7FC88FC2B084}"/>
              </a:ext>
            </a:extLst>
          </p:cNvPr>
          <p:cNvSpPr/>
          <p:nvPr/>
        </p:nvSpPr>
        <p:spPr>
          <a:xfrm>
            <a:off x="1380707" y="1588422"/>
            <a:ext cx="1862576" cy="19385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D10839-8E70-59A2-E75D-EBE090D19473}"/>
              </a:ext>
            </a:extLst>
          </p:cNvPr>
          <p:cNvSpPr/>
          <p:nvPr/>
        </p:nvSpPr>
        <p:spPr>
          <a:xfrm>
            <a:off x="4106708" y="2270536"/>
            <a:ext cx="183247" cy="1887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3ED886-A74E-C77A-8841-42D3AEDE8457}"/>
              </a:ext>
            </a:extLst>
          </p:cNvPr>
          <p:cNvCxnSpPr>
            <a:cxnSpLocks/>
            <a:stCxn id="6" idx="6"/>
            <a:endCxn id="4" idx="1"/>
          </p:cNvCxnSpPr>
          <p:nvPr/>
        </p:nvCxnSpPr>
        <p:spPr>
          <a:xfrm flipV="1">
            <a:off x="4289955" y="2361363"/>
            <a:ext cx="737330" cy="3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C04325-5114-D703-4621-F5ADAA09984E}"/>
              </a:ext>
            </a:extLst>
          </p:cNvPr>
          <p:cNvSpPr txBox="1"/>
          <p:nvPr/>
        </p:nvSpPr>
        <p:spPr>
          <a:xfrm>
            <a:off x="1310371" y="1652957"/>
            <a:ext cx="19329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Local Manager</a:t>
            </a:r>
          </a:p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mtsManagerLocal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cmnGenericObject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AutoShape 117">
            <a:extLst>
              <a:ext uri="{FF2B5EF4-FFF2-40B4-BE49-F238E27FC236}">
                <a16:creationId xmlns:a16="http://schemas.microsoft.com/office/drawing/2014/main" id="{A141758B-1AFE-7D4E-9717-B323C079762D}"/>
              </a:ext>
            </a:extLst>
          </p:cNvPr>
          <p:cNvSpPr>
            <a:spLocks noChangeArrowheads="1"/>
          </p:cNvSpPr>
          <p:nvPr/>
        </p:nvSpPr>
        <p:spPr bwMode="auto">
          <a:xfrm rot="5400000" flipH="1" flipV="1">
            <a:off x="3972471" y="2204650"/>
            <a:ext cx="321547" cy="313422"/>
          </a:xfrm>
          <a:custGeom>
            <a:avLst/>
            <a:gdLst>
              <a:gd name="G0" fmla="+- 7353 0 0"/>
              <a:gd name="G1" fmla="+- 11681568 0 0"/>
              <a:gd name="G2" fmla="+- 0 0 11681568"/>
              <a:gd name="T0" fmla="*/ 0 256 1"/>
              <a:gd name="T1" fmla="*/ 180 256 1"/>
              <a:gd name="G3" fmla="+- 11681568 T0 T1"/>
              <a:gd name="T2" fmla="*/ 0 256 1"/>
              <a:gd name="T3" fmla="*/ 90 256 1"/>
              <a:gd name="G4" fmla="+- 11681568 T2 T3"/>
              <a:gd name="G5" fmla="*/ G4 2 1"/>
              <a:gd name="T4" fmla="*/ 90 256 1"/>
              <a:gd name="T5" fmla="*/ 0 256 1"/>
              <a:gd name="G6" fmla="+- 11681568 T4 T5"/>
              <a:gd name="G7" fmla="*/ G6 2 1"/>
              <a:gd name="G8" fmla="abs 11681568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7353"/>
              <a:gd name="G18" fmla="*/ 7353 1 2"/>
              <a:gd name="G19" fmla="+- G18 5400 0"/>
              <a:gd name="G20" fmla="cos G19 11681568"/>
              <a:gd name="G21" fmla="sin G19 11681568"/>
              <a:gd name="G22" fmla="+- G20 10800 0"/>
              <a:gd name="G23" fmla="+- G21 10800 0"/>
              <a:gd name="G24" fmla="+- 10800 0 G20"/>
              <a:gd name="G25" fmla="+- 7353 10800 0"/>
              <a:gd name="G26" fmla="?: G9 G17 G25"/>
              <a:gd name="G27" fmla="?: G9 0 21600"/>
              <a:gd name="G28" fmla="cos 10800 11681568"/>
              <a:gd name="G29" fmla="sin 10800 11681568"/>
              <a:gd name="G30" fmla="sin 7353 11681568"/>
              <a:gd name="G31" fmla="+- G28 10800 0"/>
              <a:gd name="G32" fmla="+- G29 10800 0"/>
              <a:gd name="G33" fmla="+- G30 10800 0"/>
              <a:gd name="G34" fmla="?: G4 0 G31"/>
              <a:gd name="G35" fmla="?: 11681568 G34 0"/>
              <a:gd name="G36" fmla="?: G6 G35 G31"/>
              <a:gd name="G37" fmla="+- 21600 0 G36"/>
              <a:gd name="G38" fmla="?: G4 0 G33"/>
              <a:gd name="G39" fmla="?: 11681568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727 w 21600"/>
              <a:gd name="T15" fmla="*/ 11077 h 21600"/>
              <a:gd name="T16" fmla="*/ 10800 w 21600"/>
              <a:gd name="T17" fmla="*/ 3447 h 21600"/>
              <a:gd name="T18" fmla="*/ 19873 w 21600"/>
              <a:gd name="T19" fmla="*/ 11077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450" y="11024"/>
                </a:moveTo>
                <a:cubicBezTo>
                  <a:pt x="3448" y="10950"/>
                  <a:pt x="3447" y="10875"/>
                  <a:pt x="3447" y="10800"/>
                </a:cubicBezTo>
                <a:cubicBezTo>
                  <a:pt x="3447" y="6739"/>
                  <a:pt x="6739" y="3447"/>
                  <a:pt x="10800" y="3447"/>
                </a:cubicBezTo>
                <a:cubicBezTo>
                  <a:pt x="14860" y="3447"/>
                  <a:pt x="18153" y="6739"/>
                  <a:pt x="18153" y="10800"/>
                </a:cubicBezTo>
                <a:cubicBezTo>
                  <a:pt x="18153" y="10875"/>
                  <a:pt x="18151" y="10950"/>
                  <a:pt x="18149" y="11024"/>
                </a:cubicBezTo>
                <a:lnTo>
                  <a:pt x="21594" y="11130"/>
                </a:lnTo>
                <a:cubicBezTo>
                  <a:pt x="21598" y="11020"/>
                  <a:pt x="21600" y="10910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10"/>
                  <a:pt x="1" y="11020"/>
                  <a:pt x="5" y="11130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16633E-122D-1EFA-5B1E-31325EDF4631}"/>
              </a:ext>
            </a:extLst>
          </p:cNvPr>
          <p:cNvSpPr/>
          <p:nvPr/>
        </p:nvSpPr>
        <p:spPr>
          <a:xfrm>
            <a:off x="1558371" y="2796370"/>
            <a:ext cx="1436913" cy="53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“LCM”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mtsComponent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F5E0792-CFC9-C6BC-0A02-750BA12B7FDE}"/>
              </a:ext>
            </a:extLst>
          </p:cNvPr>
          <p:cNvCxnSpPr>
            <a:stCxn id="14" idx="0"/>
            <a:endCxn id="27" idx="3"/>
          </p:cNvCxnSpPr>
          <p:nvPr/>
        </p:nvCxnSpPr>
        <p:spPr>
          <a:xfrm rot="16200000" flipH="1" flipV="1">
            <a:off x="3134216" y="2222429"/>
            <a:ext cx="703386" cy="981250"/>
          </a:xfrm>
          <a:prstGeom prst="bentConnector4">
            <a:avLst>
              <a:gd name="adj1" fmla="val -1071"/>
              <a:gd name="adj2" fmla="val 5020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774A1AF-BF28-4657-6723-C86E7D636593}"/>
              </a:ext>
            </a:extLst>
          </p:cNvPr>
          <p:cNvSpPr txBox="1"/>
          <p:nvPr/>
        </p:nvSpPr>
        <p:spPr>
          <a:xfrm>
            <a:off x="1310370" y="843709"/>
            <a:ext cx="27762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Singleton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mtsManagerLocal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::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GetInstance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A2C684A-F57F-73C2-C4DE-611217FC1F43}"/>
              </a:ext>
            </a:extLst>
          </p:cNvPr>
          <p:cNvCxnSpPr>
            <a:stCxn id="34" idx="3"/>
            <a:endCxn id="4" idx="0"/>
          </p:cNvCxnSpPr>
          <p:nvPr/>
        </p:nvCxnSpPr>
        <p:spPr>
          <a:xfrm>
            <a:off x="4086612" y="1120708"/>
            <a:ext cx="2066089" cy="537270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AB54E5E-5AEF-9611-F815-7E0137EADB4B}"/>
              </a:ext>
            </a:extLst>
          </p:cNvPr>
          <p:cNvSpPr txBox="1"/>
          <p:nvPr/>
        </p:nvSpPr>
        <p:spPr>
          <a:xfrm>
            <a:off x="4792365" y="837737"/>
            <a:ext cx="1219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E80828-C629-E3B0-00C9-E8FD78F45047}"/>
              </a:ext>
            </a:extLst>
          </p:cNvPr>
          <p:cNvSpPr txBox="1"/>
          <p:nvPr/>
        </p:nvSpPr>
        <p:spPr>
          <a:xfrm>
            <a:off x="1644522" y="4316223"/>
            <a:ext cx="2281771" cy="30777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InterfaceInternalRequired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1A1972-D720-8A22-B01C-1EE4B1667336}"/>
              </a:ext>
            </a:extLst>
          </p:cNvPr>
          <p:cNvSpPr txBox="1"/>
          <p:nvPr/>
        </p:nvSpPr>
        <p:spPr>
          <a:xfrm>
            <a:off x="1637782" y="4969160"/>
            <a:ext cx="2503569" cy="30777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InterfaceInternalProvided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DE8AC0-0F17-E7A3-11F8-189213650020}"/>
              </a:ext>
            </a:extLst>
          </p:cNvPr>
          <p:cNvSpPr/>
          <p:nvPr/>
        </p:nvSpPr>
        <p:spPr>
          <a:xfrm>
            <a:off x="4372861" y="4715584"/>
            <a:ext cx="1347472" cy="9688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Component 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CC46D3-2769-FCC0-BAB1-30F4B69DB25B}"/>
              </a:ext>
            </a:extLst>
          </p:cNvPr>
          <p:cNvSpPr/>
          <p:nvPr/>
        </p:nvSpPr>
        <p:spPr>
          <a:xfrm>
            <a:off x="6313157" y="4715584"/>
            <a:ext cx="1347472" cy="9688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Component 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48A245E-6684-2401-DEC9-8006922EF35C}"/>
              </a:ext>
            </a:extLst>
          </p:cNvPr>
          <p:cNvSpPr/>
          <p:nvPr/>
        </p:nvSpPr>
        <p:spPr>
          <a:xfrm>
            <a:off x="8180394" y="4715584"/>
            <a:ext cx="1347472" cy="9688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Component 3</a:t>
            </a:r>
          </a:p>
        </p:txBody>
      </p:sp>
      <p:sp>
        <p:nvSpPr>
          <p:cNvPr id="45" name="AutoShape 117">
            <a:extLst>
              <a:ext uri="{FF2B5EF4-FFF2-40B4-BE49-F238E27FC236}">
                <a16:creationId xmlns:a16="http://schemas.microsoft.com/office/drawing/2014/main" id="{59C07FA6-9315-3019-290D-A861522E520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4876559" y="4015770"/>
            <a:ext cx="321547" cy="313422"/>
          </a:xfrm>
          <a:custGeom>
            <a:avLst/>
            <a:gdLst>
              <a:gd name="G0" fmla="+- 7353 0 0"/>
              <a:gd name="G1" fmla="+- 11681568 0 0"/>
              <a:gd name="G2" fmla="+- 0 0 11681568"/>
              <a:gd name="T0" fmla="*/ 0 256 1"/>
              <a:gd name="T1" fmla="*/ 180 256 1"/>
              <a:gd name="G3" fmla="+- 11681568 T0 T1"/>
              <a:gd name="T2" fmla="*/ 0 256 1"/>
              <a:gd name="T3" fmla="*/ 90 256 1"/>
              <a:gd name="G4" fmla="+- 11681568 T2 T3"/>
              <a:gd name="G5" fmla="*/ G4 2 1"/>
              <a:gd name="T4" fmla="*/ 90 256 1"/>
              <a:gd name="T5" fmla="*/ 0 256 1"/>
              <a:gd name="G6" fmla="+- 11681568 T4 T5"/>
              <a:gd name="G7" fmla="*/ G6 2 1"/>
              <a:gd name="G8" fmla="abs 11681568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7353"/>
              <a:gd name="G18" fmla="*/ 7353 1 2"/>
              <a:gd name="G19" fmla="+- G18 5400 0"/>
              <a:gd name="G20" fmla="cos G19 11681568"/>
              <a:gd name="G21" fmla="sin G19 11681568"/>
              <a:gd name="G22" fmla="+- G20 10800 0"/>
              <a:gd name="G23" fmla="+- G21 10800 0"/>
              <a:gd name="G24" fmla="+- 10800 0 G20"/>
              <a:gd name="G25" fmla="+- 7353 10800 0"/>
              <a:gd name="G26" fmla="?: G9 G17 G25"/>
              <a:gd name="G27" fmla="?: G9 0 21600"/>
              <a:gd name="G28" fmla="cos 10800 11681568"/>
              <a:gd name="G29" fmla="sin 10800 11681568"/>
              <a:gd name="G30" fmla="sin 7353 11681568"/>
              <a:gd name="G31" fmla="+- G28 10800 0"/>
              <a:gd name="G32" fmla="+- G29 10800 0"/>
              <a:gd name="G33" fmla="+- G30 10800 0"/>
              <a:gd name="G34" fmla="?: G4 0 G31"/>
              <a:gd name="G35" fmla="?: 11681568 G34 0"/>
              <a:gd name="G36" fmla="?: G6 G35 G31"/>
              <a:gd name="G37" fmla="+- 21600 0 G36"/>
              <a:gd name="G38" fmla="?: G4 0 G33"/>
              <a:gd name="G39" fmla="?: 11681568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727 w 21600"/>
              <a:gd name="T15" fmla="*/ 11077 h 21600"/>
              <a:gd name="T16" fmla="*/ 10800 w 21600"/>
              <a:gd name="T17" fmla="*/ 3447 h 21600"/>
              <a:gd name="T18" fmla="*/ 19873 w 21600"/>
              <a:gd name="T19" fmla="*/ 11077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450" y="11024"/>
                </a:moveTo>
                <a:cubicBezTo>
                  <a:pt x="3448" y="10950"/>
                  <a:pt x="3447" y="10875"/>
                  <a:pt x="3447" y="10800"/>
                </a:cubicBezTo>
                <a:cubicBezTo>
                  <a:pt x="3447" y="6739"/>
                  <a:pt x="6739" y="3447"/>
                  <a:pt x="10800" y="3447"/>
                </a:cubicBezTo>
                <a:cubicBezTo>
                  <a:pt x="14860" y="3447"/>
                  <a:pt x="18153" y="6739"/>
                  <a:pt x="18153" y="10800"/>
                </a:cubicBezTo>
                <a:cubicBezTo>
                  <a:pt x="18153" y="10875"/>
                  <a:pt x="18151" y="10950"/>
                  <a:pt x="18149" y="11024"/>
                </a:cubicBezTo>
                <a:lnTo>
                  <a:pt x="21594" y="11130"/>
                </a:lnTo>
                <a:cubicBezTo>
                  <a:pt x="21598" y="11020"/>
                  <a:pt x="21600" y="10910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10"/>
                  <a:pt x="1" y="11020"/>
                  <a:pt x="5" y="1113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AutoShape 117">
            <a:extLst>
              <a:ext uri="{FF2B5EF4-FFF2-40B4-BE49-F238E27FC236}">
                <a16:creationId xmlns:a16="http://schemas.microsoft.com/office/drawing/2014/main" id="{C955B1B8-E2E5-CECB-AE99-ED1F94700A4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6821885" y="4006512"/>
            <a:ext cx="321547" cy="313422"/>
          </a:xfrm>
          <a:custGeom>
            <a:avLst/>
            <a:gdLst>
              <a:gd name="G0" fmla="+- 7353 0 0"/>
              <a:gd name="G1" fmla="+- 11681568 0 0"/>
              <a:gd name="G2" fmla="+- 0 0 11681568"/>
              <a:gd name="T0" fmla="*/ 0 256 1"/>
              <a:gd name="T1" fmla="*/ 180 256 1"/>
              <a:gd name="G3" fmla="+- 11681568 T0 T1"/>
              <a:gd name="T2" fmla="*/ 0 256 1"/>
              <a:gd name="T3" fmla="*/ 90 256 1"/>
              <a:gd name="G4" fmla="+- 11681568 T2 T3"/>
              <a:gd name="G5" fmla="*/ G4 2 1"/>
              <a:gd name="T4" fmla="*/ 90 256 1"/>
              <a:gd name="T5" fmla="*/ 0 256 1"/>
              <a:gd name="G6" fmla="+- 11681568 T4 T5"/>
              <a:gd name="G7" fmla="*/ G6 2 1"/>
              <a:gd name="G8" fmla="abs 11681568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7353"/>
              <a:gd name="G18" fmla="*/ 7353 1 2"/>
              <a:gd name="G19" fmla="+- G18 5400 0"/>
              <a:gd name="G20" fmla="cos G19 11681568"/>
              <a:gd name="G21" fmla="sin G19 11681568"/>
              <a:gd name="G22" fmla="+- G20 10800 0"/>
              <a:gd name="G23" fmla="+- G21 10800 0"/>
              <a:gd name="G24" fmla="+- 10800 0 G20"/>
              <a:gd name="G25" fmla="+- 7353 10800 0"/>
              <a:gd name="G26" fmla="?: G9 G17 G25"/>
              <a:gd name="G27" fmla="?: G9 0 21600"/>
              <a:gd name="G28" fmla="cos 10800 11681568"/>
              <a:gd name="G29" fmla="sin 10800 11681568"/>
              <a:gd name="G30" fmla="sin 7353 11681568"/>
              <a:gd name="G31" fmla="+- G28 10800 0"/>
              <a:gd name="G32" fmla="+- G29 10800 0"/>
              <a:gd name="G33" fmla="+- G30 10800 0"/>
              <a:gd name="G34" fmla="?: G4 0 G31"/>
              <a:gd name="G35" fmla="?: 11681568 G34 0"/>
              <a:gd name="G36" fmla="?: G6 G35 G31"/>
              <a:gd name="G37" fmla="+- 21600 0 G36"/>
              <a:gd name="G38" fmla="?: G4 0 G33"/>
              <a:gd name="G39" fmla="?: 11681568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727 w 21600"/>
              <a:gd name="T15" fmla="*/ 11077 h 21600"/>
              <a:gd name="T16" fmla="*/ 10800 w 21600"/>
              <a:gd name="T17" fmla="*/ 3447 h 21600"/>
              <a:gd name="T18" fmla="*/ 19873 w 21600"/>
              <a:gd name="T19" fmla="*/ 11077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450" y="11024"/>
                </a:moveTo>
                <a:cubicBezTo>
                  <a:pt x="3448" y="10950"/>
                  <a:pt x="3447" y="10875"/>
                  <a:pt x="3447" y="10800"/>
                </a:cubicBezTo>
                <a:cubicBezTo>
                  <a:pt x="3447" y="6739"/>
                  <a:pt x="6739" y="3447"/>
                  <a:pt x="10800" y="3447"/>
                </a:cubicBezTo>
                <a:cubicBezTo>
                  <a:pt x="14860" y="3447"/>
                  <a:pt x="18153" y="6739"/>
                  <a:pt x="18153" y="10800"/>
                </a:cubicBezTo>
                <a:cubicBezTo>
                  <a:pt x="18153" y="10875"/>
                  <a:pt x="18151" y="10950"/>
                  <a:pt x="18149" y="11024"/>
                </a:cubicBezTo>
                <a:lnTo>
                  <a:pt x="21594" y="11130"/>
                </a:lnTo>
                <a:cubicBezTo>
                  <a:pt x="21598" y="11020"/>
                  <a:pt x="21600" y="10910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10"/>
                  <a:pt x="1" y="11020"/>
                  <a:pt x="5" y="1113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AutoShape 117">
            <a:extLst>
              <a:ext uri="{FF2B5EF4-FFF2-40B4-BE49-F238E27FC236}">
                <a16:creationId xmlns:a16="http://schemas.microsoft.com/office/drawing/2014/main" id="{DA13A755-907B-F251-E6E1-5F512A3D728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8693602" y="4015107"/>
            <a:ext cx="321547" cy="313422"/>
          </a:xfrm>
          <a:custGeom>
            <a:avLst/>
            <a:gdLst>
              <a:gd name="G0" fmla="+- 7353 0 0"/>
              <a:gd name="G1" fmla="+- 11681568 0 0"/>
              <a:gd name="G2" fmla="+- 0 0 11681568"/>
              <a:gd name="T0" fmla="*/ 0 256 1"/>
              <a:gd name="T1" fmla="*/ 180 256 1"/>
              <a:gd name="G3" fmla="+- 11681568 T0 T1"/>
              <a:gd name="T2" fmla="*/ 0 256 1"/>
              <a:gd name="T3" fmla="*/ 90 256 1"/>
              <a:gd name="G4" fmla="+- 11681568 T2 T3"/>
              <a:gd name="G5" fmla="*/ G4 2 1"/>
              <a:gd name="T4" fmla="*/ 90 256 1"/>
              <a:gd name="T5" fmla="*/ 0 256 1"/>
              <a:gd name="G6" fmla="+- 11681568 T4 T5"/>
              <a:gd name="G7" fmla="*/ G6 2 1"/>
              <a:gd name="G8" fmla="abs 11681568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7353"/>
              <a:gd name="G18" fmla="*/ 7353 1 2"/>
              <a:gd name="G19" fmla="+- G18 5400 0"/>
              <a:gd name="G20" fmla="cos G19 11681568"/>
              <a:gd name="G21" fmla="sin G19 11681568"/>
              <a:gd name="G22" fmla="+- G20 10800 0"/>
              <a:gd name="G23" fmla="+- G21 10800 0"/>
              <a:gd name="G24" fmla="+- 10800 0 G20"/>
              <a:gd name="G25" fmla="+- 7353 10800 0"/>
              <a:gd name="G26" fmla="?: G9 G17 G25"/>
              <a:gd name="G27" fmla="?: G9 0 21600"/>
              <a:gd name="G28" fmla="cos 10800 11681568"/>
              <a:gd name="G29" fmla="sin 10800 11681568"/>
              <a:gd name="G30" fmla="sin 7353 11681568"/>
              <a:gd name="G31" fmla="+- G28 10800 0"/>
              <a:gd name="G32" fmla="+- G29 10800 0"/>
              <a:gd name="G33" fmla="+- G30 10800 0"/>
              <a:gd name="G34" fmla="?: G4 0 G31"/>
              <a:gd name="G35" fmla="?: 11681568 G34 0"/>
              <a:gd name="G36" fmla="?: G6 G35 G31"/>
              <a:gd name="G37" fmla="+- 21600 0 G36"/>
              <a:gd name="G38" fmla="?: G4 0 G33"/>
              <a:gd name="G39" fmla="?: 11681568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727 w 21600"/>
              <a:gd name="T15" fmla="*/ 11077 h 21600"/>
              <a:gd name="T16" fmla="*/ 10800 w 21600"/>
              <a:gd name="T17" fmla="*/ 3447 h 21600"/>
              <a:gd name="T18" fmla="*/ 19873 w 21600"/>
              <a:gd name="T19" fmla="*/ 11077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450" y="11024"/>
                </a:moveTo>
                <a:cubicBezTo>
                  <a:pt x="3448" y="10950"/>
                  <a:pt x="3447" y="10875"/>
                  <a:pt x="3447" y="10800"/>
                </a:cubicBezTo>
                <a:cubicBezTo>
                  <a:pt x="3447" y="6739"/>
                  <a:pt x="6739" y="3447"/>
                  <a:pt x="10800" y="3447"/>
                </a:cubicBezTo>
                <a:cubicBezTo>
                  <a:pt x="14860" y="3447"/>
                  <a:pt x="18153" y="6739"/>
                  <a:pt x="18153" y="10800"/>
                </a:cubicBezTo>
                <a:cubicBezTo>
                  <a:pt x="18153" y="10875"/>
                  <a:pt x="18151" y="10950"/>
                  <a:pt x="18149" y="11024"/>
                </a:cubicBezTo>
                <a:lnTo>
                  <a:pt x="21594" y="11130"/>
                </a:lnTo>
                <a:cubicBezTo>
                  <a:pt x="21598" y="11020"/>
                  <a:pt x="21600" y="10910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10"/>
                  <a:pt x="1" y="11020"/>
                  <a:pt x="5" y="1113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8A57AE9-9E82-E9B1-D813-4B8958B2A130}"/>
              </a:ext>
            </a:extLst>
          </p:cNvPr>
          <p:cNvSpPr/>
          <p:nvPr/>
        </p:nvSpPr>
        <p:spPr>
          <a:xfrm>
            <a:off x="4951818" y="4145672"/>
            <a:ext cx="183247" cy="18879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2531EED-C230-A543-BB8D-C0E86047CB3B}"/>
              </a:ext>
            </a:extLst>
          </p:cNvPr>
          <p:cNvSpPr/>
          <p:nvPr/>
        </p:nvSpPr>
        <p:spPr>
          <a:xfrm>
            <a:off x="6897950" y="4145672"/>
            <a:ext cx="183247" cy="18879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BB4900-135E-178C-4B98-2647AA52D36B}"/>
              </a:ext>
            </a:extLst>
          </p:cNvPr>
          <p:cNvSpPr/>
          <p:nvPr/>
        </p:nvSpPr>
        <p:spPr>
          <a:xfrm>
            <a:off x="8763698" y="4145672"/>
            <a:ext cx="183247" cy="18879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60FB6B00-E25C-8713-1956-7B4C03092E7D}"/>
              </a:ext>
            </a:extLst>
          </p:cNvPr>
          <p:cNvCxnSpPr>
            <a:cxnSpLocks/>
            <a:stCxn id="63" idx="4"/>
            <a:endCxn id="70" idx="0"/>
          </p:cNvCxnSpPr>
          <p:nvPr/>
        </p:nvCxnSpPr>
        <p:spPr>
          <a:xfrm rot="5400000">
            <a:off x="4833344" y="3268730"/>
            <a:ext cx="957484" cy="54950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B4D18C6-A9E3-564A-2692-47E32E102F11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 rot="16200000" flipH="1">
            <a:off x="6096798" y="3120650"/>
            <a:ext cx="941765" cy="829958"/>
          </a:xfrm>
          <a:prstGeom prst="bentConnector4">
            <a:avLst>
              <a:gd name="adj1" fmla="val 75608"/>
              <a:gd name="adj2" fmla="val 10018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0FB0FD60-0286-950D-EE90-2FE037681879}"/>
              </a:ext>
            </a:extLst>
          </p:cNvPr>
          <p:cNvCxnSpPr>
            <a:cxnSpLocks/>
            <a:stCxn id="66" idx="4"/>
            <a:endCxn id="47" idx="0"/>
          </p:cNvCxnSpPr>
          <p:nvPr/>
        </p:nvCxnSpPr>
        <p:spPr>
          <a:xfrm rot="16200000" flipH="1">
            <a:off x="7354949" y="2515679"/>
            <a:ext cx="962087" cy="2036768"/>
          </a:xfrm>
          <a:prstGeom prst="bentConnector4">
            <a:avLst>
              <a:gd name="adj1" fmla="val 50000"/>
              <a:gd name="adj2" fmla="val 10037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E76AE11C-10E2-0389-B9C9-091D6CD5C074}"/>
              </a:ext>
            </a:extLst>
          </p:cNvPr>
          <p:cNvSpPr/>
          <p:nvPr/>
        </p:nvSpPr>
        <p:spPr>
          <a:xfrm>
            <a:off x="5506497" y="2934119"/>
            <a:ext cx="160685" cy="13062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B26B034-BD47-CFC8-7E47-160E30AEA55C}"/>
              </a:ext>
            </a:extLst>
          </p:cNvPr>
          <p:cNvSpPr/>
          <p:nvPr/>
        </p:nvSpPr>
        <p:spPr>
          <a:xfrm>
            <a:off x="6737265" y="2922397"/>
            <a:ext cx="160685" cy="13062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4209A49-28AB-74E2-5F51-80115B838F48}"/>
              </a:ext>
            </a:extLst>
          </p:cNvPr>
          <p:cNvSpPr/>
          <p:nvPr/>
        </p:nvSpPr>
        <p:spPr>
          <a:xfrm>
            <a:off x="4956989" y="4022226"/>
            <a:ext cx="160685" cy="13062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53B3AFB-7C3E-A2FD-57C8-11296AD4611B}"/>
              </a:ext>
            </a:extLst>
          </p:cNvPr>
          <p:cNvCxnSpPr>
            <a:cxnSpLocks/>
            <a:stCxn id="48" idx="4"/>
            <a:endCxn id="42" idx="0"/>
          </p:cNvCxnSpPr>
          <p:nvPr/>
        </p:nvCxnSpPr>
        <p:spPr>
          <a:xfrm>
            <a:off x="5043442" y="4334470"/>
            <a:ext cx="3155" cy="3811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7A3CB26-29FB-1D60-92F5-A1ECFCB21D63}"/>
              </a:ext>
            </a:extLst>
          </p:cNvPr>
          <p:cNvCxnSpPr>
            <a:cxnSpLocks/>
            <a:stCxn id="49" idx="4"/>
            <a:endCxn id="43" idx="0"/>
          </p:cNvCxnSpPr>
          <p:nvPr/>
        </p:nvCxnSpPr>
        <p:spPr>
          <a:xfrm flipH="1">
            <a:off x="6986893" y="4334470"/>
            <a:ext cx="2681" cy="3811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D6296E9-E52E-A4C0-4E6D-C534AED6CF25}"/>
              </a:ext>
            </a:extLst>
          </p:cNvPr>
          <p:cNvCxnSpPr>
            <a:cxnSpLocks/>
            <a:stCxn id="50" idx="4"/>
            <a:endCxn id="44" idx="0"/>
          </p:cNvCxnSpPr>
          <p:nvPr/>
        </p:nvCxnSpPr>
        <p:spPr>
          <a:xfrm flipH="1">
            <a:off x="8854130" y="4334470"/>
            <a:ext cx="1192" cy="3811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3051694D-1C75-9829-A1B3-0E7D908B4763}"/>
              </a:ext>
            </a:extLst>
          </p:cNvPr>
          <p:cNvSpPr/>
          <p:nvPr/>
        </p:nvSpPr>
        <p:spPr>
          <a:xfrm>
            <a:off x="8328867" y="2270536"/>
            <a:ext cx="183247" cy="1887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DAC59E1-838C-89AB-3303-B3BD9FFE5E3E}"/>
              </a:ext>
            </a:extLst>
          </p:cNvPr>
          <p:cNvCxnSpPr>
            <a:cxnSpLocks/>
            <a:stCxn id="86" idx="2"/>
            <a:endCxn id="4" idx="3"/>
          </p:cNvCxnSpPr>
          <p:nvPr/>
        </p:nvCxnSpPr>
        <p:spPr>
          <a:xfrm flipH="1" flipV="1">
            <a:off x="7278116" y="2361363"/>
            <a:ext cx="1050751" cy="3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AutoShape 117">
            <a:extLst>
              <a:ext uri="{FF2B5EF4-FFF2-40B4-BE49-F238E27FC236}">
                <a16:creationId xmlns:a16="http://schemas.microsoft.com/office/drawing/2014/main" id="{91030431-9E70-E827-503A-3AA5E8547EEB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8349408" y="2204650"/>
            <a:ext cx="321547" cy="313422"/>
          </a:xfrm>
          <a:custGeom>
            <a:avLst/>
            <a:gdLst>
              <a:gd name="G0" fmla="+- 7353 0 0"/>
              <a:gd name="G1" fmla="+- 11681568 0 0"/>
              <a:gd name="G2" fmla="+- 0 0 11681568"/>
              <a:gd name="T0" fmla="*/ 0 256 1"/>
              <a:gd name="T1" fmla="*/ 180 256 1"/>
              <a:gd name="G3" fmla="+- 11681568 T0 T1"/>
              <a:gd name="T2" fmla="*/ 0 256 1"/>
              <a:gd name="T3" fmla="*/ 90 256 1"/>
              <a:gd name="G4" fmla="+- 11681568 T2 T3"/>
              <a:gd name="G5" fmla="*/ G4 2 1"/>
              <a:gd name="T4" fmla="*/ 90 256 1"/>
              <a:gd name="T5" fmla="*/ 0 256 1"/>
              <a:gd name="G6" fmla="+- 11681568 T4 T5"/>
              <a:gd name="G7" fmla="*/ G6 2 1"/>
              <a:gd name="G8" fmla="abs 11681568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7353"/>
              <a:gd name="G18" fmla="*/ 7353 1 2"/>
              <a:gd name="G19" fmla="+- G18 5400 0"/>
              <a:gd name="G20" fmla="cos G19 11681568"/>
              <a:gd name="G21" fmla="sin G19 11681568"/>
              <a:gd name="G22" fmla="+- G20 10800 0"/>
              <a:gd name="G23" fmla="+- G21 10800 0"/>
              <a:gd name="G24" fmla="+- 10800 0 G20"/>
              <a:gd name="G25" fmla="+- 7353 10800 0"/>
              <a:gd name="G26" fmla="?: G9 G17 G25"/>
              <a:gd name="G27" fmla="?: G9 0 21600"/>
              <a:gd name="G28" fmla="cos 10800 11681568"/>
              <a:gd name="G29" fmla="sin 10800 11681568"/>
              <a:gd name="G30" fmla="sin 7353 11681568"/>
              <a:gd name="G31" fmla="+- G28 10800 0"/>
              <a:gd name="G32" fmla="+- G29 10800 0"/>
              <a:gd name="G33" fmla="+- G30 10800 0"/>
              <a:gd name="G34" fmla="?: G4 0 G31"/>
              <a:gd name="G35" fmla="?: 11681568 G34 0"/>
              <a:gd name="G36" fmla="?: G6 G35 G31"/>
              <a:gd name="G37" fmla="+- 21600 0 G36"/>
              <a:gd name="G38" fmla="?: G4 0 G33"/>
              <a:gd name="G39" fmla="?: 11681568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727 w 21600"/>
              <a:gd name="T15" fmla="*/ 11077 h 21600"/>
              <a:gd name="T16" fmla="*/ 10800 w 21600"/>
              <a:gd name="T17" fmla="*/ 3447 h 21600"/>
              <a:gd name="T18" fmla="*/ 19873 w 21600"/>
              <a:gd name="T19" fmla="*/ 11077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450" y="11024"/>
                </a:moveTo>
                <a:cubicBezTo>
                  <a:pt x="3448" y="10950"/>
                  <a:pt x="3447" y="10875"/>
                  <a:pt x="3447" y="10800"/>
                </a:cubicBezTo>
                <a:cubicBezTo>
                  <a:pt x="3447" y="6739"/>
                  <a:pt x="6739" y="3447"/>
                  <a:pt x="10800" y="3447"/>
                </a:cubicBezTo>
                <a:cubicBezTo>
                  <a:pt x="14860" y="3447"/>
                  <a:pt x="18153" y="6739"/>
                  <a:pt x="18153" y="10800"/>
                </a:cubicBezTo>
                <a:cubicBezTo>
                  <a:pt x="18153" y="10875"/>
                  <a:pt x="18151" y="10950"/>
                  <a:pt x="18149" y="11024"/>
                </a:cubicBezTo>
                <a:lnTo>
                  <a:pt x="21594" y="11130"/>
                </a:lnTo>
                <a:cubicBezTo>
                  <a:pt x="21598" y="11020"/>
                  <a:pt x="21600" y="10910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10"/>
                  <a:pt x="1" y="11020"/>
                  <a:pt x="5" y="11130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F55AC866-BFA7-7832-9852-1DC0E47283DE}"/>
              </a:ext>
            </a:extLst>
          </p:cNvPr>
          <p:cNvCxnSpPr>
            <a:cxnSpLocks/>
            <a:stCxn id="90" idx="0"/>
            <a:endCxn id="44" idx="3"/>
          </p:cNvCxnSpPr>
          <p:nvPr/>
        </p:nvCxnSpPr>
        <p:spPr>
          <a:xfrm rot="16200000" flipH="1">
            <a:off x="7678048" y="3350205"/>
            <a:ext cx="2838661" cy="860973"/>
          </a:xfrm>
          <a:prstGeom prst="bentConnector4">
            <a:avLst>
              <a:gd name="adj1" fmla="val 939"/>
              <a:gd name="adj2" fmla="val 12655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9CA0921-04A2-11F9-BAFE-3ADF44752F8F}"/>
              </a:ext>
            </a:extLst>
          </p:cNvPr>
          <p:cNvSpPr txBox="1"/>
          <p:nvPr/>
        </p:nvSpPr>
        <p:spPr>
          <a:xfrm rot="5400000">
            <a:off x="8416137" y="3755230"/>
            <a:ext cx="3166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EnableDynamicComponentManagement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B4CDF30-481C-2A49-511B-A90CF76E5342}"/>
              </a:ext>
            </a:extLst>
          </p:cNvPr>
          <p:cNvSpPr/>
          <p:nvPr/>
        </p:nvSpPr>
        <p:spPr>
          <a:xfrm>
            <a:off x="1303276" y="3968325"/>
            <a:ext cx="183247" cy="1887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AutoShape 117">
            <a:extLst>
              <a:ext uri="{FF2B5EF4-FFF2-40B4-BE49-F238E27FC236}">
                <a16:creationId xmlns:a16="http://schemas.microsoft.com/office/drawing/2014/main" id="{21CBA2BB-ED4F-F312-2115-E7B96619E664}"/>
              </a:ext>
            </a:extLst>
          </p:cNvPr>
          <p:cNvSpPr>
            <a:spLocks noChangeArrowheads="1"/>
          </p:cNvSpPr>
          <p:nvPr/>
        </p:nvSpPr>
        <p:spPr bwMode="auto">
          <a:xfrm rot="5400000" flipH="1" flipV="1">
            <a:off x="1299586" y="4325001"/>
            <a:ext cx="321547" cy="313422"/>
          </a:xfrm>
          <a:custGeom>
            <a:avLst/>
            <a:gdLst>
              <a:gd name="G0" fmla="+- 7353 0 0"/>
              <a:gd name="G1" fmla="+- 11681568 0 0"/>
              <a:gd name="G2" fmla="+- 0 0 11681568"/>
              <a:gd name="T0" fmla="*/ 0 256 1"/>
              <a:gd name="T1" fmla="*/ 180 256 1"/>
              <a:gd name="G3" fmla="+- 11681568 T0 T1"/>
              <a:gd name="T2" fmla="*/ 0 256 1"/>
              <a:gd name="T3" fmla="*/ 90 256 1"/>
              <a:gd name="G4" fmla="+- 11681568 T2 T3"/>
              <a:gd name="G5" fmla="*/ G4 2 1"/>
              <a:gd name="T4" fmla="*/ 90 256 1"/>
              <a:gd name="T5" fmla="*/ 0 256 1"/>
              <a:gd name="G6" fmla="+- 11681568 T4 T5"/>
              <a:gd name="G7" fmla="*/ G6 2 1"/>
              <a:gd name="G8" fmla="abs 11681568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7353"/>
              <a:gd name="G18" fmla="*/ 7353 1 2"/>
              <a:gd name="G19" fmla="+- G18 5400 0"/>
              <a:gd name="G20" fmla="cos G19 11681568"/>
              <a:gd name="G21" fmla="sin G19 11681568"/>
              <a:gd name="G22" fmla="+- G20 10800 0"/>
              <a:gd name="G23" fmla="+- G21 10800 0"/>
              <a:gd name="G24" fmla="+- 10800 0 G20"/>
              <a:gd name="G25" fmla="+- 7353 10800 0"/>
              <a:gd name="G26" fmla="?: G9 G17 G25"/>
              <a:gd name="G27" fmla="?: G9 0 21600"/>
              <a:gd name="G28" fmla="cos 10800 11681568"/>
              <a:gd name="G29" fmla="sin 10800 11681568"/>
              <a:gd name="G30" fmla="sin 7353 11681568"/>
              <a:gd name="G31" fmla="+- G28 10800 0"/>
              <a:gd name="G32" fmla="+- G29 10800 0"/>
              <a:gd name="G33" fmla="+- G30 10800 0"/>
              <a:gd name="G34" fmla="?: G4 0 G31"/>
              <a:gd name="G35" fmla="?: 11681568 G34 0"/>
              <a:gd name="G36" fmla="?: G6 G35 G31"/>
              <a:gd name="G37" fmla="+- 21600 0 G36"/>
              <a:gd name="G38" fmla="?: G4 0 G33"/>
              <a:gd name="G39" fmla="?: 11681568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727 w 21600"/>
              <a:gd name="T15" fmla="*/ 11077 h 21600"/>
              <a:gd name="T16" fmla="*/ 10800 w 21600"/>
              <a:gd name="T17" fmla="*/ 3447 h 21600"/>
              <a:gd name="T18" fmla="*/ 19873 w 21600"/>
              <a:gd name="T19" fmla="*/ 11077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450" y="11024"/>
                </a:moveTo>
                <a:cubicBezTo>
                  <a:pt x="3448" y="10950"/>
                  <a:pt x="3447" y="10875"/>
                  <a:pt x="3447" y="10800"/>
                </a:cubicBezTo>
                <a:cubicBezTo>
                  <a:pt x="3447" y="6739"/>
                  <a:pt x="6739" y="3447"/>
                  <a:pt x="10800" y="3447"/>
                </a:cubicBezTo>
                <a:cubicBezTo>
                  <a:pt x="14860" y="3447"/>
                  <a:pt x="18153" y="6739"/>
                  <a:pt x="18153" y="10800"/>
                </a:cubicBezTo>
                <a:cubicBezTo>
                  <a:pt x="18153" y="10875"/>
                  <a:pt x="18151" y="10950"/>
                  <a:pt x="18149" y="11024"/>
                </a:cubicBezTo>
                <a:lnTo>
                  <a:pt x="21594" y="11130"/>
                </a:lnTo>
                <a:cubicBezTo>
                  <a:pt x="21598" y="11020"/>
                  <a:pt x="21600" y="10910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10"/>
                  <a:pt x="1" y="11020"/>
                  <a:pt x="5" y="11130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FF9794D-2A9A-097F-8295-545321BE0566}"/>
              </a:ext>
            </a:extLst>
          </p:cNvPr>
          <p:cNvSpPr/>
          <p:nvPr/>
        </p:nvSpPr>
        <p:spPr>
          <a:xfrm>
            <a:off x="1289645" y="5024458"/>
            <a:ext cx="183247" cy="18879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D9528DF-1130-DB8A-C71A-60DC879022FD}"/>
              </a:ext>
            </a:extLst>
          </p:cNvPr>
          <p:cNvSpPr txBox="1"/>
          <p:nvPr/>
        </p:nvSpPr>
        <p:spPr>
          <a:xfrm>
            <a:off x="1644520" y="3918434"/>
            <a:ext cx="2503569" cy="30777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InterfaceComponentProvided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178D290-4285-4A9A-4704-F4DF40D7FFBA}"/>
              </a:ext>
            </a:extLst>
          </p:cNvPr>
          <p:cNvSpPr txBox="1"/>
          <p:nvPr/>
        </p:nvSpPr>
        <p:spPr>
          <a:xfrm>
            <a:off x="1644520" y="5473043"/>
            <a:ext cx="2645435" cy="30777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InterfaceComponentRequired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AutoShape 117">
            <a:extLst>
              <a:ext uri="{FF2B5EF4-FFF2-40B4-BE49-F238E27FC236}">
                <a16:creationId xmlns:a16="http://schemas.microsoft.com/office/drawing/2014/main" id="{08783B26-554E-8CEE-2D58-9AD95A6A1BFD}"/>
              </a:ext>
            </a:extLst>
          </p:cNvPr>
          <p:cNvSpPr>
            <a:spLocks noChangeArrowheads="1"/>
          </p:cNvSpPr>
          <p:nvPr/>
        </p:nvSpPr>
        <p:spPr bwMode="auto">
          <a:xfrm rot="5400000" flipH="1" flipV="1">
            <a:off x="1285583" y="5477105"/>
            <a:ext cx="321547" cy="313422"/>
          </a:xfrm>
          <a:custGeom>
            <a:avLst/>
            <a:gdLst>
              <a:gd name="G0" fmla="+- 7353 0 0"/>
              <a:gd name="G1" fmla="+- 11681568 0 0"/>
              <a:gd name="G2" fmla="+- 0 0 11681568"/>
              <a:gd name="T0" fmla="*/ 0 256 1"/>
              <a:gd name="T1" fmla="*/ 180 256 1"/>
              <a:gd name="G3" fmla="+- 11681568 T0 T1"/>
              <a:gd name="T2" fmla="*/ 0 256 1"/>
              <a:gd name="T3" fmla="*/ 90 256 1"/>
              <a:gd name="G4" fmla="+- 11681568 T2 T3"/>
              <a:gd name="G5" fmla="*/ G4 2 1"/>
              <a:gd name="T4" fmla="*/ 90 256 1"/>
              <a:gd name="T5" fmla="*/ 0 256 1"/>
              <a:gd name="G6" fmla="+- 11681568 T4 T5"/>
              <a:gd name="G7" fmla="*/ G6 2 1"/>
              <a:gd name="G8" fmla="abs 11681568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7353"/>
              <a:gd name="G18" fmla="*/ 7353 1 2"/>
              <a:gd name="G19" fmla="+- G18 5400 0"/>
              <a:gd name="G20" fmla="cos G19 11681568"/>
              <a:gd name="G21" fmla="sin G19 11681568"/>
              <a:gd name="G22" fmla="+- G20 10800 0"/>
              <a:gd name="G23" fmla="+- G21 10800 0"/>
              <a:gd name="G24" fmla="+- 10800 0 G20"/>
              <a:gd name="G25" fmla="+- 7353 10800 0"/>
              <a:gd name="G26" fmla="?: G9 G17 G25"/>
              <a:gd name="G27" fmla="?: G9 0 21600"/>
              <a:gd name="G28" fmla="cos 10800 11681568"/>
              <a:gd name="G29" fmla="sin 10800 11681568"/>
              <a:gd name="G30" fmla="sin 7353 11681568"/>
              <a:gd name="G31" fmla="+- G28 10800 0"/>
              <a:gd name="G32" fmla="+- G29 10800 0"/>
              <a:gd name="G33" fmla="+- G30 10800 0"/>
              <a:gd name="G34" fmla="?: G4 0 G31"/>
              <a:gd name="G35" fmla="?: 11681568 G34 0"/>
              <a:gd name="G36" fmla="?: G6 G35 G31"/>
              <a:gd name="G37" fmla="+- 21600 0 G36"/>
              <a:gd name="G38" fmla="?: G4 0 G33"/>
              <a:gd name="G39" fmla="?: 11681568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727 w 21600"/>
              <a:gd name="T15" fmla="*/ 11077 h 21600"/>
              <a:gd name="T16" fmla="*/ 10800 w 21600"/>
              <a:gd name="T17" fmla="*/ 3447 h 21600"/>
              <a:gd name="T18" fmla="*/ 19873 w 21600"/>
              <a:gd name="T19" fmla="*/ 11077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450" y="11024"/>
                </a:moveTo>
                <a:cubicBezTo>
                  <a:pt x="3448" y="10950"/>
                  <a:pt x="3447" y="10875"/>
                  <a:pt x="3447" y="10800"/>
                </a:cubicBezTo>
                <a:cubicBezTo>
                  <a:pt x="3447" y="6739"/>
                  <a:pt x="6739" y="3447"/>
                  <a:pt x="10800" y="3447"/>
                </a:cubicBezTo>
                <a:cubicBezTo>
                  <a:pt x="14860" y="3447"/>
                  <a:pt x="18153" y="6739"/>
                  <a:pt x="18153" y="10800"/>
                </a:cubicBezTo>
                <a:cubicBezTo>
                  <a:pt x="18153" y="10875"/>
                  <a:pt x="18151" y="10950"/>
                  <a:pt x="18149" y="11024"/>
                </a:cubicBezTo>
                <a:lnTo>
                  <a:pt x="21594" y="11130"/>
                </a:lnTo>
                <a:cubicBezTo>
                  <a:pt x="21598" y="11020"/>
                  <a:pt x="21600" y="10910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10"/>
                  <a:pt x="1" y="11020"/>
                  <a:pt x="5" y="1113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267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42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Kazanzides</dc:creator>
  <cp:lastModifiedBy>Peter Kazanzides</cp:lastModifiedBy>
  <cp:revision>5</cp:revision>
  <dcterms:created xsi:type="dcterms:W3CDTF">2026-07-09T23:07:35Z</dcterms:created>
  <dcterms:modified xsi:type="dcterms:W3CDTF">2026-07-10T12:18:15Z</dcterms:modified>
</cp:coreProperties>
</file>